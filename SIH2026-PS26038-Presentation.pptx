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7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03-Sep-26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03-Sep-26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03-Sep-26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03-Sep-26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03-Sep-26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03-Sep-26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83114" y="-46202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25562"/>
            <a:ext cx="6455816" cy="4932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PS26038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800" i="1" dirty="0"/>
              <a:t>Explainable AI for Diabetic Retinopathy Screening in Rural India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800" i="1" dirty="0"/>
              <a:t>MedTech / </a:t>
            </a:r>
            <a:r>
              <a:rPr lang="en-IN" sz="2800" i="1" dirty="0" err="1"/>
              <a:t>BioTech</a:t>
            </a:r>
            <a:r>
              <a:rPr lang="en-IN" sz="2800" i="1" dirty="0"/>
              <a:t> / HealthTech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DeCode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-Infinity</a:t>
            </a:r>
            <a:endParaRPr lang="en-IN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3" name="Picture 2" descr="Technical Nitra Campus Logo">
            <a:extLst>
              <a:ext uri="{FF2B5EF4-FFF2-40B4-BE49-F238E27FC236}">
                <a16:creationId xmlns:a16="http://schemas.microsoft.com/office/drawing/2014/main" id="{4FD78FD6-77A3-3203-64B4-7884CA702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671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58861"/>
            <a:ext cx="12191999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Detailed explanation of the proposed solution.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retina will be imaged at the hospital. The captured fundus image will be fed to a trained model which will then produce masked images for optic disc, fovea localization, vessel segmentation, microaneurysms, exudate segmentation, hemorrhages, and neovascularization.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1A601-7C13-59E3-9424-67D76A287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4" name="Picture 3" descr="Technical Nitra Campus Logo">
            <a:extLst>
              <a:ext uri="{FF2B5EF4-FFF2-40B4-BE49-F238E27FC236}">
                <a16:creationId xmlns:a16="http://schemas.microsoft.com/office/drawing/2014/main" id="{19CD6101-E373-CE1C-7D06-E7F98197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B6A0B-FCD8-C23E-742C-DC1BDBAA4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4" name="Picture 3" descr="Technical Nitra Campus Logo">
            <a:extLst>
              <a:ext uri="{FF2B5EF4-FFF2-40B4-BE49-F238E27FC236}">
                <a16:creationId xmlns:a16="http://schemas.microsoft.com/office/drawing/2014/main" id="{5403AA2A-75E4-1289-FFCA-845CFB53D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3E5BF-C5D6-8CCF-3A5B-63E893875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5" name="Picture 4" descr="Technical Nitra Campus Logo">
            <a:extLst>
              <a:ext uri="{FF2B5EF4-FFF2-40B4-BE49-F238E27FC236}">
                <a16:creationId xmlns:a16="http://schemas.microsoft.com/office/drawing/2014/main" id="{8A2E885E-4FB9-7093-5144-F85CA2557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5CB5D-559C-3FC3-13DD-F62FCC2D8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5" name="Picture 4" descr="Technical Nitra Campus Logo">
            <a:extLst>
              <a:ext uri="{FF2B5EF4-FFF2-40B4-BE49-F238E27FC236}">
                <a16:creationId xmlns:a16="http://schemas.microsoft.com/office/drawing/2014/main" id="{D4E7231F-544E-1CDA-3263-64AD9D9D6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A2108E-0164-BB7C-C777-BDCC39DB9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5" name="Picture 4" descr="Technical Nitra Campus Logo">
            <a:extLst>
              <a:ext uri="{FF2B5EF4-FFF2-40B4-BE49-F238E27FC236}">
                <a16:creationId xmlns:a16="http://schemas.microsoft.com/office/drawing/2014/main" id="{981B44A4-030E-D35E-4353-D114F7728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DBA299-69B9-06AF-28CE-E8C914324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96840"/>
            <a:ext cx="2249850" cy="1062337"/>
          </a:xfrm>
          <a:prstGeom prst="rect">
            <a:avLst/>
          </a:prstGeom>
        </p:spPr>
      </p:pic>
      <p:pic>
        <p:nvPicPr>
          <p:cNvPr id="11" name="Picture 10" descr="Technical Nitra Campus Logo">
            <a:extLst>
              <a:ext uri="{FF2B5EF4-FFF2-40B4-BE49-F238E27FC236}">
                <a16:creationId xmlns:a16="http://schemas.microsoft.com/office/drawing/2014/main" id="{6C6CE0A5-25AA-4A03-8C8D-9DF9E4A39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6" y="46970"/>
            <a:ext cx="1178856" cy="11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7555</TotalTime>
  <Words>381</Words>
  <Application>Microsoft Office PowerPoint</Application>
  <PresentationFormat>Widescreen</PresentationFormat>
  <Paragraphs>57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Nishit Dhimant</cp:lastModifiedBy>
  <cp:revision>152</cp:revision>
  <dcterms:created xsi:type="dcterms:W3CDTF">2013-12-12T18:46:50Z</dcterms:created>
  <dcterms:modified xsi:type="dcterms:W3CDTF">2026-09-02T19:28:28Z</dcterms:modified>
  <cp:category/>
</cp:coreProperties>
</file>